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8" r:id="rId3"/>
    <p:sldId id="258" r:id="rId4"/>
    <p:sldId id="261" r:id="rId5"/>
    <p:sldId id="260" r:id="rId6"/>
    <p:sldId id="269" r:id="rId7"/>
    <p:sldId id="267" r:id="rId8"/>
    <p:sldId id="265" r:id="rId9"/>
    <p:sldId id="266" r:id="rId10"/>
  </p:sldIdLst>
  <p:sldSz cx="9144000" cy="5143500" type="screen16x9"/>
  <p:notesSz cx="6858000" cy="9144000"/>
  <p:embeddedFontLst>
    <p:embeddedFont>
      <p:font typeface="Berlin Sans FB Demi" panose="020E0802020502020306" pitchFamily="34" charset="0"/>
      <p:bold r:id="rId12"/>
    </p:embeddedFont>
    <p:embeddedFont>
      <p:font typeface="Maven Pro" panose="020B0604020202020204" charset="0"/>
      <p:regular r:id="rId13"/>
      <p:bold r:id="rId14"/>
    </p:embeddedFont>
    <p:embeddedFont>
      <p:font typeface="Maven Pro SemiBold" panose="020B0604020202020204" charset="0"/>
      <p:regular r:id="rId15"/>
      <p:bold r:id="rId16"/>
    </p:embeddedFont>
    <p:embeddedFont>
      <p:font typeface="PT Sans" panose="020B050302020302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4B5149-FA60-4530-BE0E-0B3E34D6069E}">
  <a:tblStyle styleId="{5F4B5149-FA60-4530-BE0E-0B3E34D606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656BF2F-7FA9-4DB1-94BF-B9FF3B1173B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96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72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993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067917" y="-1755971"/>
            <a:ext cx="4590925" cy="4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79613"/>
            <a:ext cx="6350100" cy="14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550188"/>
            <a:ext cx="6350100" cy="4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713225" y="2628313"/>
            <a:ext cx="6350100" cy="5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14" name="Google Shape;14;p2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432142" y="1706604"/>
            <a:ext cx="4590925" cy="4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498300" y="541325"/>
            <a:ext cx="2935200" cy="4100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626225" y="2495550"/>
            <a:ext cx="4804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3" hasCustomPrompt="1"/>
          </p:nvPr>
        </p:nvSpPr>
        <p:spPr>
          <a:xfrm>
            <a:off x="3626225" y="18061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24" name="Google Shape;24;p3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4283687" y="1822499"/>
            <a:ext cx="3177300" cy="13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720009" y="1822499"/>
            <a:ext cx="3177300" cy="13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720009" y="1431550"/>
            <a:ext cx="3177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4283691" y="1431550"/>
            <a:ext cx="3177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135304" y="2321854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5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44" name="Google Shape;44;p5"/>
            <p:cNvSpPr/>
            <p:nvPr/>
          </p:nvSpPr>
          <p:spPr>
            <a:xfrm flipH="1">
              <a:off x="87823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 flipH="1">
              <a:off x="59529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 flipH="1">
              <a:off x="1777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5" name="Google Shape;65;p8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644958" y="2122129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8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67" name="Google Shape;67;p8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989304" y="-2010646"/>
            <a:ext cx="4590925" cy="4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76" name="Google Shape;76;p9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840200"/>
            <a:ext cx="5603400" cy="100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713225" y="2846100"/>
            <a:ext cx="5603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6" name="Google Shape;86;p11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899167" y="-1448696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1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88" name="Google Shape;88;p11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2" hasCustomPrompt="1"/>
          </p:nvPr>
        </p:nvSpPr>
        <p:spPr>
          <a:xfrm>
            <a:off x="719975" y="1602403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 hasCustomPrompt="1"/>
          </p:nvPr>
        </p:nvSpPr>
        <p:spPr>
          <a:xfrm>
            <a:off x="4650600" y="1602394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719966" y="2407610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 hasCustomPrompt="1"/>
          </p:nvPr>
        </p:nvSpPr>
        <p:spPr>
          <a:xfrm>
            <a:off x="4650591" y="2407594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6" hasCustomPrompt="1"/>
          </p:nvPr>
        </p:nvSpPr>
        <p:spPr>
          <a:xfrm>
            <a:off x="719983" y="3212810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4650608" y="3212794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3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1523075" y="1602403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1523066" y="2407610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1523083" y="3212810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5453700" y="1602394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5453691" y="2407594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5"/>
          </p:nvPr>
        </p:nvSpPr>
        <p:spPr>
          <a:xfrm>
            <a:off x="5453708" y="3212794"/>
            <a:ext cx="252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4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pic>
        <p:nvPicPr>
          <p:cNvPr id="107" name="Google Shape;107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785567" y="-2133708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3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109" name="Google Shape;109;p13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 hasCustomPrompt="1"/>
          </p:nvPr>
        </p:nvSpPr>
        <p:spPr>
          <a:xfrm>
            <a:off x="949063" y="1149105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1"/>
          </p:nvPr>
        </p:nvSpPr>
        <p:spPr>
          <a:xfrm>
            <a:off x="949063" y="1917709"/>
            <a:ext cx="349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title" idx="2" hasCustomPrompt="1"/>
          </p:nvPr>
        </p:nvSpPr>
        <p:spPr>
          <a:xfrm>
            <a:off x="949063" y="2859797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3"/>
          </p:nvPr>
        </p:nvSpPr>
        <p:spPr>
          <a:xfrm>
            <a:off x="949063" y="3628695"/>
            <a:ext cx="349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title" idx="4" hasCustomPrompt="1"/>
          </p:nvPr>
        </p:nvSpPr>
        <p:spPr>
          <a:xfrm>
            <a:off x="4702338" y="1149105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Maven Pro SemiBold"/>
              <a:buNone/>
              <a:defRPr sz="6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20"/>
          <p:cNvSpPr txBox="1">
            <a:spLocks noGrp="1"/>
          </p:cNvSpPr>
          <p:nvPr>
            <p:ph type="subTitle" idx="5"/>
          </p:nvPr>
        </p:nvSpPr>
        <p:spPr>
          <a:xfrm>
            <a:off x="4702338" y="1917709"/>
            <a:ext cx="349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2132883" y="-2673221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20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189" name="Google Shape;189;p20"/>
            <p:cNvSpPr/>
            <p:nvPr/>
          </p:nvSpPr>
          <p:spPr>
            <a:xfrm rot="10800000" flipH="1">
              <a:off x="27534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flipH="1">
              <a:off x="87823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 flipH="1">
              <a:off x="59529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flipH="1">
              <a:off x="1777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500442" y="2760504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2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206" name="Google Shape;206;p22"/>
            <p:cNvSpPr/>
            <p:nvPr/>
          </p:nvSpPr>
          <p:spPr>
            <a:xfrm rot="10800000" flipH="1">
              <a:off x="27534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 flipH="1">
              <a:off x="87823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 flipH="1">
              <a:off x="1777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659908" y="2905854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3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212" name="Google Shape;212;p23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6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ctrTitle"/>
          </p:nvPr>
        </p:nvSpPr>
        <p:spPr>
          <a:xfrm>
            <a:off x="713225" y="719406"/>
            <a:ext cx="8164375" cy="17478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Berlin Sans FB Demi" panose="020E0802020502020306" pitchFamily="34" charset="0"/>
              </a:rPr>
              <a:t>BÁO CÁO MÔN</a:t>
            </a:r>
            <a:br>
              <a:rPr lang="en-US" dirty="0"/>
            </a:br>
            <a:br>
              <a:rPr lang="en-US" dirty="0"/>
            </a:br>
            <a:r>
              <a:rPr lang="en-US" sz="3600" b="1" dirty="0">
                <a:solidFill>
                  <a:schemeClr val="tx1"/>
                </a:solidFill>
              </a:rPr>
              <a:t>PHÁT TRIỂN ỨNG DỤNG BẰNG JAVA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27" name="Google Shape;227;p27"/>
          <p:cNvSpPr txBox="1">
            <a:spLocks noGrp="1"/>
          </p:cNvSpPr>
          <p:nvPr>
            <p:ph type="ctrTitle" idx="2"/>
          </p:nvPr>
        </p:nvSpPr>
        <p:spPr>
          <a:xfrm>
            <a:off x="713225" y="2890582"/>
            <a:ext cx="6350100" cy="5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Đề tài: website bán đồng hồ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Giới thiệu sơ lược về đề tài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856808" y="1438750"/>
            <a:ext cx="6515992" cy="9300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</p:txBody>
      </p:sp>
      <p:sp>
        <p:nvSpPr>
          <p:cNvPr id="2" name="Google Shape;276;p32">
            <a:extLst>
              <a:ext uri="{FF2B5EF4-FFF2-40B4-BE49-F238E27FC236}">
                <a16:creationId xmlns:a16="http://schemas.microsoft.com/office/drawing/2014/main" id="{4544C442-087F-98DB-31D7-92653FAD1B6A}"/>
              </a:ext>
            </a:extLst>
          </p:cNvPr>
          <p:cNvSpPr txBox="1">
            <a:spLocks/>
          </p:cNvSpPr>
          <p:nvPr/>
        </p:nvSpPr>
        <p:spPr>
          <a:xfrm>
            <a:off x="820808" y="2571750"/>
            <a:ext cx="6515992" cy="93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 SemiBold"/>
              <a:buNone/>
              <a:defRPr sz="24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pPr marL="0" indent="0"/>
            <a:r>
              <a:rPr lang="en-US" dirty="0" err="1"/>
              <a:t>Trãi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, </a:t>
            </a:r>
            <a:r>
              <a:rPr lang="en-US" dirty="0" err="1"/>
              <a:t>xem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234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NỘI DUNG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719975" y="1602403"/>
            <a:ext cx="803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 idx="3"/>
          </p:nvPr>
        </p:nvSpPr>
        <p:spPr>
          <a:xfrm>
            <a:off x="5711796" y="1602394"/>
            <a:ext cx="803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 idx="4"/>
          </p:nvPr>
        </p:nvSpPr>
        <p:spPr>
          <a:xfrm>
            <a:off x="767559" y="2440698"/>
            <a:ext cx="803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1"/>
          </p:nvPr>
        </p:nvSpPr>
        <p:spPr>
          <a:xfrm>
            <a:off x="1523074" y="1602403"/>
            <a:ext cx="3601991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CÁC CÔNG NGHỆ SỬ DỤNG</a:t>
            </a:r>
            <a:endParaRPr dirty="0"/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8"/>
          </p:nvPr>
        </p:nvSpPr>
        <p:spPr>
          <a:xfrm>
            <a:off x="6349650" y="2440698"/>
            <a:ext cx="2521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13"/>
          </p:nvPr>
        </p:nvSpPr>
        <p:spPr>
          <a:xfrm>
            <a:off x="6253688" y="1602394"/>
            <a:ext cx="2521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SƠ ĐỒ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B6014-B62E-0287-3CDE-65405920ABE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1373919" y="2432154"/>
            <a:ext cx="4249387" cy="651744"/>
          </a:xfrm>
        </p:spPr>
        <p:txBody>
          <a:bodyPr/>
          <a:lstStyle/>
          <a:p>
            <a:r>
              <a:rPr lang="en-US" dirty="0"/>
              <a:t>HẠN CHẾ &amp; HƯỚNG PHÁT TRIỂN</a:t>
            </a:r>
            <a:endParaRPr lang="vi-VN" dirty="0"/>
          </a:p>
        </p:txBody>
      </p:sp>
      <p:sp>
        <p:nvSpPr>
          <p:cNvPr id="14" name="Google Shape;244;p29">
            <a:extLst>
              <a:ext uri="{FF2B5EF4-FFF2-40B4-BE49-F238E27FC236}">
                <a16:creationId xmlns:a16="http://schemas.microsoft.com/office/drawing/2014/main" id="{3FE186FE-2D9B-E7CD-99C3-0D75282CB781}"/>
              </a:ext>
            </a:extLst>
          </p:cNvPr>
          <p:cNvSpPr txBox="1">
            <a:spLocks/>
          </p:cNvSpPr>
          <p:nvPr/>
        </p:nvSpPr>
        <p:spPr>
          <a:xfrm>
            <a:off x="5711796" y="2434452"/>
            <a:ext cx="80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lang="en" dirty="0"/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/>
      <p:bldP spid="242" grpId="0"/>
      <p:bldP spid="243" grpId="0"/>
      <p:bldP spid="244" grpId="0"/>
      <p:bldP spid="248" grpId="0" build="p"/>
      <p:bldP spid="249" grpId="0" build="p"/>
      <p:bldP spid="251" grpId="0" build="p"/>
      <p:bldP spid="3" grpId="0" build="p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1. CÁC CÔNG CỤ SỬ DỤNG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529176" y="1431550"/>
            <a:ext cx="4042824" cy="17017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Code,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Springboot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(Angular) </a:t>
            </a: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vsc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Boostrap</a:t>
            </a: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CSDL: </a:t>
            </a:r>
            <a:r>
              <a:rPr lang="en-US" spc="50" dirty="0" err="1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PostgresSQL</a:t>
            </a:r>
            <a:endParaRPr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A539FE-0F83-3EFB-B1B1-8667BBA26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09" y="1181603"/>
            <a:ext cx="1025309" cy="9646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089511-6AF8-638B-0753-D8498CB4A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381" y="2426902"/>
            <a:ext cx="917994" cy="9646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7071C-CF77-F903-3967-9E64F5603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735" y="1988710"/>
            <a:ext cx="967870" cy="9718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6D99DE-C812-6CB2-F20A-B763AB9FB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735" y="3133330"/>
            <a:ext cx="967870" cy="10757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E70B54-0CC3-F185-B5FE-6080D4377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4605" y="3671185"/>
            <a:ext cx="1051538" cy="10757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5764415" y="1366800"/>
            <a:ext cx="2620801" cy="1687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FF0000"/>
                </a:solidFill>
              </a:rPr>
              <a:t>Sơ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đồ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usecase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5671174" y="525000"/>
            <a:ext cx="205442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0000"/>
                </a:solidFill>
              </a:rPr>
              <a:t>2.1</a:t>
            </a:r>
            <a:endParaRPr sz="48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B821E4-80B7-56A0-0EFA-041659DE1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53" y="676010"/>
            <a:ext cx="5258721" cy="3791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5666879" y="1255013"/>
            <a:ext cx="2620801" cy="1687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FF0000"/>
                </a:solidFill>
              </a:rPr>
              <a:t>Sơ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đồ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hệ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5548774" y="413213"/>
            <a:ext cx="155042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0000"/>
                </a:solidFill>
              </a:rPr>
              <a:t>2.2</a:t>
            </a:r>
            <a:endParaRPr sz="48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1C8E3-6900-7C68-B587-D800A44C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55" y="325574"/>
            <a:ext cx="4900745" cy="44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4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KẾT LUẬN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1"/>
          </p:nvPr>
        </p:nvSpPr>
        <p:spPr>
          <a:xfrm>
            <a:off x="665018" y="1205344"/>
            <a:ext cx="6657109" cy="2999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Xây dựng được website bán đồng hồ cơ bản, quản lý thông tin sản phẩm thương hiệu, loại …vv.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Quản lý các sản phẩm trong giỏ hàng và yêu thích sản phẩm.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Hiểu biết thêm về front-end angular và back-end spring boot.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02453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>
            <a:spLocks noGrp="1"/>
          </p:cNvSpPr>
          <p:nvPr>
            <p:ph type="title"/>
          </p:nvPr>
        </p:nvSpPr>
        <p:spPr>
          <a:xfrm>
            <a:off x="835648" y="830108"/>
            <a:ext cx="6061337" cy="4387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3.1 </a:t>
            </a:r>
            <a:r>
              <a:rPr lang="vi-VN" sz="2400" b="1" dirty="0">
                <a:solidFill>
                  <a:srgbClr val="FF0000"/>
                </a:solidFill>
              </a:rPr>
              <a:t>HẠN CHẾ</a:t>
            </a:r>
            <a:endParaRPr sz="2400" b="1" dirty="0">
              <a:solidFill>
                <a:srgbClr val="FF0000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67D2AC1-4AFC-EBDF-0032-27407B27B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9062" y="1268818"/>
            <a:ext cx="7273338" cy="15877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1400" dirty="0"/>
              <a:t>Chưa tích hợp thanh </a:t>
            </a:r>
            <a:r>
              <a:rPr lang="en-US" sz="1400" dirty="0" err="1"/>
              <a:t>toán</a:t>
            </a:r>
            <a:r>
              <a:rPr lang="en-US" sz="1400" dirty="0"/>
              <a:t> </a:t>
            </a:r>
            <a:r>
              <a:rPr lang="en-US" sz="1400" dirty="0" err="1"/>
              <a:t>trực</a:t>
            </a:r>
            <a:r>
              <a:rPr lang="en-US" sz="1400" dirty="0"/>
              <a:t> </a:t>
            </a:r>
            <a:r>
              <a:rPr lang="en-US" sz="1400" dirty="0" err="1"/>
              <a:t>tuyến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Giao </a:t>
            </a:r>
            <a:r>
              <a:rPr lang="en-US" sz="1400" dirty="0" err="1"/>
              <a:t>diện</a:t>
            </a:r>
            <a:r>
              <a:rPr lang="en-US" sz="1400" dirty="0"/>
              <a:t> </a:t>
            </a:r>
            <a:r>
              <a:rPr lang="en-US" sz="1400" dirty="0" err="1"/>
              <a:t>chưa</a:t>
            </a:r>
            <a:r>
              <a:rPr lang="en-US" sz="1400" dirty="0"/>
              <a:t> </a:t>
            </a:r>
            <a:r>
              <a:rPr lang="en-US" sz="1400" dirty="0" err="1"/>
              <a:t>thân</a:t>
            </a:r>
            <a:r>
              <a:rPr lang="en-US" sz="1400" dirty="0"/>
              <a:t> </a:t>
            </a:r>
            <a:r>
              <a:rPr lang="en-US" sz="1400" dirty="0" err="1"/>
              <a:t>thiện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Chưa</a:t>
            </a:r>
            <a:r>
              <a:rPr lang="en-US" sz="1400" dirty="0"/>
              <a:t>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đăng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trang</a:t>
            </a:r>
            <a:r>
              <a:rPr lang="en-US" sz="1400" dirty="0"/>
              <a:t> </a:t>
            </a:r>
            <a:r>
              <a:rPr lang="en-US" sz="1400" dirty="0" err="1"/>
              <a:t>quản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quên</a:t>
            </a:r>
            <a:r>
              <a:rPr lang="en-US" sz="1400" dirty="0"/>
              <a:t> </a:t>
            </a:r>
            <a:r>
              <a:rPr lang="en-US" sz="1400" dirty="0" err="1"/>
              <a:t>mật</a:t>
            </a:r>
            <a:r>
              <a:rPr lang="en-US" sz="1400" dirty="0"/>
              <a:t> </a:t>
            </a:r>
            <a:r>
              <a:rPr lang="en-US" sz="1400" dirty="0" err="1"/>
              <a:t>khẩu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.</a:t>
            </a:r>
            <a:endParaRPr lang="vi-VN" sz="14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C010A03-9A66-7385-7A60-48E727AE6E0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49061" y="3358413"/>
            <a:ext cx="4976817" cy="13766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vi-VN" sz="1400" dirty="0"/>
              <a:t>Tích hợp thanh</a:t>
            </a:r>
            <a:r>
              <a:rPr lang="en-US" sz="1400" dirty="0"/>
              <a:t> </a:t>
            </a:r>
            <a:r>
              <a:rPr lang="en-US" sz="1400" dirty="0" err="1"/>
              <a:t>toán</a:t>
            </a:r>
            <a:r>
              <a:rPr lang="en-US" sz="1400" dirty="0"/>
              <a:t> </a:t>
            </a:r>
            <a:r>
              <a:rPr lang="en-US" sz="1400" dirty="0" err="1"/>
              <a:t>trực</a:t>
            </a:r>
            <a:r>
              <a:rPr lang="en-US" sz="1400" dirty="0"/>
              <a:t> </a:t>
            </a:r>
            <a:r>
              <a:rPr lang="en-US" sz="1400" dirty="0" err="1"/>
              <a:t>tuyến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Thêm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bình</a:t>
            </a:r>
            <a:r>
              <a:rPr lang="en-US" sz="1400" dirty="0"/>
              <a:t> </a:t>
            </a:r>
            <a:r>
              <a:rPr lang="en-US" sz="1400" dirty="0" err="1"/>
              <a:t>luận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xem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Thêm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đăng</a:t>
            </a:r>
            <a:r>
              <a:rPr lang="en-US" sz="1400" dirty="0"/>
              <a:t> </a:t>
            </a:r>
            <a:r>
              <a:rPr lang="en-US" sz="1400" dirty="0" err="1"/>
              <a:t>nhập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trang</a:t>
            </a:r>
            <a:r>
              <a:rPr lang="en-US" sz="1400" dirty="0"/>
              <a:t> </a:t>
            </a:r>
            <a:r>
              <a:rPr lang="en-US" sz="1400" dirty="0" err="1"/>
              <a:t>quản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 err="1"/>
              <a:t>Xây</a:t>
            </a:r>
            <a:r>
              <a:rPr lang="en-US" sz="1400" dirty="0"/>
              <a:t> </a:t>
            </a:r>
            <a:r>
              <a:rPr lang="en-US" sz="1400" dirty="0" err="1"/>
              <a:t>dựng</a:t>
            </a:r>
            <a:r>
              <a:rPr lang="en-US" sz="1400" dirty="0"/>
              <a:t> </a:t>
            </a:r>
            <a:r>
              <a:rPr lang="en-US" sz="1400" dirty="0" err="1"/>
              <a:t>giao</a:t>
            </a:r>
            <a:r>
              <a:rPr lang="en-US" sz="1400" dirty="0"/>
              <a:t> </a:t>
            </a:r>
            <a:r>
              <a:rPr lang="en-US" sz="1400" dirty="0" err="1"/>
              <a:t>diện</a:t>
            </a:r>
            <a:r>
              <a:rPr lang="en-US" sz="1400" dirty="0"/>
              <a:t> </a:t>
            </a:r>
            <a:r>
              <a:rPr lang="en-US" sz="1400" dirty="0" err="1"/>
              <a:t>thân</a:t>
            </a:r>
            <a:r>
              <a:rPr lang="en-US" sz="1400" dirty="0"/>
              <a:t> </a:t>
            </a:r>
            <a:r>
              <a:rPr lang="en-US" sz="1400" dirty="0" err="1"/>
              <a:t>thiện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endParaRPr lang="vi-VN" sz="1400" dirty="0"/>
          </a:p>
        </p:txBody>
      </p:sp>
      <p:sp>
        <p:nvSpPr>
          <p:cNvPr id="12" name="Google Shape;323;p36">
            <a:extLst>
              <a:ext uri="{FF2B5EF4-FFF2-40B4-BE49-F238E27FC236}">
                <a16:creationId xmlns:a16="http://schemas.microsoft.com/office/drawing/2014/main" id="{14034C02-9374-3755-CB52-6994C438DA5A}"/>
              </a:ext>
            </a:extLst>
          </p:cNvPr>
          <p:cNvSpPr txBox="1">
            <a:spLocks/>
          </p:cNvSpPr>
          <p:nvPr/>
        </p:nvSpPr>
        <p:spPr>
          <a:xfrm>
            <a:off x="835647" y="2712071"/>
            <a:ext cx="6061337" cy="63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4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ven Pro SemiBold"/>
              <a:buNone/>
              <a:defRPr sz="6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lang="vi-VN" sz="2400" b="1" dirty="0">
                <a:solidFill>
                  <a:srgbClr val="FF0000"/>
                </a:solidFill>
              </a:rPr>
              <a:t>3.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vi-VN" sz="2400" b="1" dirty="0">
                <a:solidFill>
                  <a:srgbClr val="FF0000"/>
                </a:solidFill>
              </a:rPr>
              <a:t> HƯỚNG PHÁT TRIỂN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>
            <a:spLocks noGrp="1"/>
          </p:cNvSpPr>
          <p:nvPr>
            <p:ph type="title"/>
          </p:nvPr>
        </p:nvSpPr>
        <p:spPr>
          <a:xfrm>
            <a:off x="713225" y="1840200"/>
            <a:ext cx="5603400" cy="10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DEMO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33" name="Google Shape;333;p37"/>
          <p:cNvSpPr txBox="1">
            <a:spLocks noGrp="1"/>
          </p:cNvSpPr>
          <p:nvPr>
            <p:ph type="subTitle" idx="1"/>
          </p:nvPr>
        </p:nvSpPr>
        <p:spPr>
          <a:xfrm>
            <a:off x="713225" y="2797609"/>
            <a:ext cx="56034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CẢM ƠN THẦY VÀ CÁC BẠN ĐÃ XEM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and Elegant Gradients Pitch Deck by Slidesgo">
  <a:themeElements>
    <a:clrScheme name="Simple Light">
      <a:dk1>
        <a:srgbClr val="191919"/>
      </a:dk1>
      <a:lt1>
        <a:srgbClr val="FFFFFF"/>
      </a:lt1>
      <a:dk2>
        <a:srgbClr val="8F5DE4"/>
      </a:dk2>
      <a:lt2>
        <a:srgbClr val="EBDC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265</Words>
  <Application>Microsoft Office PowerPoint</Application>
  <PresentationFormat>On-screen Show (16:9)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Maven Pro SemiBold</vt:lpstr>
      <vt:lpstr>Roboto</vt:lpstr>
      <vt:lpstr>Times New Roman</vt:lpstr>
      <vt:lpstr>PT Sans</vt:lpstr>
      <vt:lpstr>Arial</vt:lpstr>
      <vt:lpstr>Calibri</vt:lpstr>
      <vt:lpstr>Maven Pro</vt:lpstr>
      <vt:lpstr>Wingdings</vt:lpstr>
      <vt:lpstr>Berlin Sans FB Demi</vt:lpstr>
      <vt:lpstr>Simple and Elegant Gradients Pitch Deck by Slidesgo</vt:lpstr>
      <vt:lpstr>BÁO CÁO MÔN  PHÁT TRIỂN ỨNG DỤNG BẰNG JAVA</vt:lpstr>
      <vt:lpstr>Giới thiệu sơ lược về đề tài</vt:lpstr>
      <vt:lpstr>NỘI DUNG</vt:lpstr>
      <vt:lpstr>1. CÁC CÔNG CỤ SỬ DỤNG</vt:lpstr>
      <vt:lpstr>Sơ đồ usecase</vt:lpstr>
      <vt:lpstr>Sơ đồ quan hệ</vt:lpstr>
      <vt:lpstr>KẾT LUẬN</vt:lpstr>
      <vt:lpstr>3.1 HẠN CHẾ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Thành Huy</cp:lastModifiedBy>
  <cp:revision>63</cp:revision>
  <dcterms:modified xsi:type="dcterms:W3CDTF">2024-10-26T09:32:14Z</dcterms:modified>
</cp:coreProperties>
</file>